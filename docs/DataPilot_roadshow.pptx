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955279" y="64008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640080"/>
            <a:ext cx="73152" cy="1097280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83879" y="822959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1261872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CSV / SQL / SaaS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920240"/>
            <a:ext cx="411480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920240"/>
            <a:ext cx="73152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10312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Agent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542032"/>
            <a:ext cx="3703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Plan / Query /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4747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3200400"/>
            <a:ext cx="7315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383280"/>
            <a:ext cx="30632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Validated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822191"/>
            <a:ext cx="30632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Checks / Metrics / 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4480560"/>
            <a:ext cx="3840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448056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663440"/>
            <a:ext cx="3429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5102352"/>
            <a:ext cx="3429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Dashboard /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34440"/>
            <a:ext cx="5943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DataPilot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331720"/>
            <a:ext cx="5943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CBD5E1"/>
                </a:solidFill>
              </a:defRPr>
            </a:pPr>
            <a:r>
              <a:t>AI Data Analyst for Small 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3364992"/>
            <a:ext cx="1417320" cy="310896"/>
          </a:xfrm>
          <a:prstGeom prst="roundRect">
            <a:avLst>
              <a:gd name="adj" fmla="val 20000"/>
            </a:avLst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LLM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31720" y="3364992"/>
            <a:ext cx="1417320" cy="310896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SQL/Python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13632" y="3364992"/>
            <a:ext cx="1783080" cy="310896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Predictive Models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Small teams have more data than analyst bandwidth.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Business data lives across databases, spreadsheets, and SaaS tools.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Hiring a full-time data scientist is expensive for small teams.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Generic chatbots do not produce repeatable SQL, metrics, validation, and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Data questions wait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Founders and operators need answers during decisions, not after a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Trust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LLM answers must be executable, auditable, and tied to real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Turn natural questions into auditable data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Problem abstraction for business metrics and modeling tasks.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SQL/Python analysis with sandbox execution.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Baseline predictive models and validation checks.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Exportable reports and dashboards for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Natural-language data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Traceable analysis +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A typical question: Why did May revenue drop?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Connects to warehouse and profiles relevant tables.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Writes SQL to segment revenue by product, region, channel, and cohort.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Checks anomalies, missing data, and metric definitions.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Generates charts and a shareable investigation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User 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Why did May revenue drop?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Agent returns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Drivers, evidence, SQL, charts, next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Initial wedge: weekly diagnosis for SaaS and e-commerce.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Indie SaaS companies tracking MRR, churn, activation, and retention.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Cross-border e-commerce sellers watching orders, inventory, and margin.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Product and operations teams without a dedicated data function.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Agencies serving SMEs with repeatable reporting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Beachhead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SaaS + e-commerce operators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Expansion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Agencies and internal ops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DataPilot sits between generic chatbots and heavy enterprise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ChatGPT/Claude: strong reasoning, weak governed data workflow.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Dataiku/Alteryx: powerful but expensive and implementation-heavy.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Tableau/Power BI Copilot: strong BI surface, less flexible for modeling workflows.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DataPilot wins through vertical templates, lower price, and auditable traces.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Affordable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Built for small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Every answer has SQL/Python and 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Simple subscription plus usage for long-running jobs.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Free: local CSV analysis and limited monthly runs.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Pro: $29/user/month for connectors and report export.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Team: $199/month with shared workspace and scheduled reports.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Usage add-on: hosted inference and long-running modeling jobs.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$29 / user / month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$199 / month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Founder-led distribution with practical templates.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Launch on Product Hunt and indie-builder communities.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Ship templates for Shopify, Stripe, Notion, PostgreSQL, and Sheets.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SEO pages around SaaS and e-commerce metric questions.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Partner with analytics consultants and agencies serving SMEs.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Templates 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SEO + agencies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Fine-tuned Qwen data agent plus governed tool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LoRA-fine-tuned Qwen3.5-0.8B data agent.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Schema retrieval over warehouse metadata and previous analyses.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SQL/Python sandbox for executable analysis.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Validation, observability, and human approval before write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Qwen3.5-0.8B + LoRA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SQL / Python / 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389120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389120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Retrieve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64040" y="4389120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4389120"/>
            <a:ext cx="868680" cy="310896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100K Concurrency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Scale the app, queues, workers, and inference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API Gateway and stateless app layer handle authentication, quota, and routing.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Agent orchestrator streams short responses and sends long analysis to queues.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Redis, Kafka, object storage, vector DB, and PostgreSQL split workload types.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GPU serving pool scales independently from app and worker pools.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Control plane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Gateway + app + orchestrator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Data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Queues + workers + storage + GPUs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534924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534924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534924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534924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Workers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5349240"/>
            <a:ext cx="914400" cy="310896"/>
          </a:xfrm>
          <a:prstGeom prst="roundRect">
            <a:avLst>
              <a:gd name="adj" fmla="val 20000"/>
            </a:avLst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GPU Pool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A six-month path from MVP to repeatable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Month 1: MVP with CSV/PostgreSQL analysis and report export.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Month 2: Stripe/Shopify connectors and scheduled diagnosis.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Month 3: team workspace, billing, and public launch.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Month 6: 100 paying teams and repeatable acquisition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Month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Month 6: 100 teams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Funding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Raise $500K seed to reach product-market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Build a 3-engineer product team for 12 months.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Cover inference, cloud, connector, and security-review costs.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Run focused growth experiments around SaaS and e-commerce templates.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Goal: reach 100 paying teams and prove repeatable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26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$500K seed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24612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3246120"/>
            <a:ext cx="73152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42900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Runway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867911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12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891B2"/>
                </a:solidFill>
              </a:defRPr>
            </a:pPr>
            <a:r>
              <a:t>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81381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8202A"/>
                </a:solidFill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43000"/>
            <a:ext cx="8229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86372"/>
                </a:solidFill>
              </a:defRPr>
            </a:pPr>
            <a:r>
              <a:t>Data science capability for every small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Small teams deserve analyst-grade answers without enterprise complexity.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DataPilot combines LLM speed with executable, validated workflows.</a:t>
            </a:r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defRPr sz="1800">
                <a:solidFill>
                  <a:srgbClr val="18202A"/>
                </a:solidFill>
              </a:defRPr>
            </a:pPr>
            <a:r>
              <a:t>The long-term vision is an always-on data teammate for every operator.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40233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73152" cy="11704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2011680"/>
            <a:ext cx="3611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02A"/>
                </a:solidFill>
              </a:defRPr>
            </a:pPr>
            <a:r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450592"/>
            <a:ext cx="361188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  <a:defRPr sz="1150">
                <a:solidFill>
                  <a:srgbClr val="586372"/>
                </a:solidFill>
              </a:defRPr>
            </a:pPr>
            <a:r>
              <a:t>Rigor of an analyst, speed of an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92824"/>
            <a:ext cx="1219169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611112"/>
            <a:ext cx="2286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86372"/>
                </a:solidFill>
              </a:defRPr>
            </a:pPr>
            <a:r>
              <a:t>DataPilot Roadshow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